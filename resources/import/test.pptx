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256" r:id="rId3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80" autoAdjust="0"/>
    <p:restoredTop sz="86374"/>
  </p:normalViewPr>
  <p:slideViewPr>
    <p:cSldViewPr snapToGrid="0" showGuides="1">
      <p:cViewPr varScale="1">
        <p:scale>
          <a:sx n="127" d="100"/>
          <a:sy n="127" d="100"/>
        </p:scale>
        <p:origin x="1952" y="18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/>
              </a:defRPr>
            </a:lvl1pPr>
          </a:lstStyle>
          <a:p>
            <a:r>
              <a:rPr lang="zh-CN" altLang="en-US" dirty="0"/>
              <a:t>单击此处添加标题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单击此处添加副标题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4400" b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49" y="469127"/>
            <a:ext cx="10307927" cy="4093347"/>
          </a:xfrm>
        </p:spPr>
        <p:txBody>
          <a:bodyPr anchor="b">
            <a:normAutofit/>
          </a:bodyPr>
          <a:lstStyle>
            <a:lvl1pPr>
              <a:defRPr sz="600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10307926" cy="647555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4400" b="0" i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9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9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9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9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400" b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3200" b="0"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7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zh-CN" dirty="0">
                <a:effectLst/>
              </a:rPr>
              <a:t>asdfsfasfddsaf</a:t>
            </a:r>
            <a:endParaRPr lang="en-US" altLang="zh-CN" dirty="0">
              <a:effectLst/>
            </a:endParaRPr>
          </a:p>
        </p:txBody>
      </p:sp>
      <p:sp>
        <p:nvSpPr>
          <p:cNvPr id="5" name="副标题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>
                <a:latin typeface="+mn-lt"/>
              </a:rPr>
              <a:t>sdfdasfdasfdsa</a:t>
            </a:r>
            <a:endParaRPr lang="en-US" altLang="zh-CN" dirty="0">
              <a:latin typeface="+mn-lt"/>
            </a:endParaRPr>
          </a:p>
          <a:p>
            <a:r>
              <a:rPr lang="en-US" altLang="zh-CN" dirty="0">
                <a:latin typeface="+mn-lt"/>
              </a:rPr>
              <a:t>f</a:t>
            </a:r>
            <a:endParaRPr lang="en-US" altLang="zh-CN" dirty="0">
              <a:latin typeface="+mn-l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</Words>
  <Application>WPS 表格</Application>
  <PresentationFormat>宽屏</PresentationFormat>
  <Paragraphs>5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2" baseType="lpstr">
      <vt:lpstr>Arial</vt:lpstr>
      <vt:lpstr>宋体</vt:lpstr>
      <vt:lpstr>Wingdings</vt:lpstr>
      <vt:lpstr>Calibri</vt:lpstr>
      <vt:lpstr>Helvetica Neue</vt:lpstr>
      <vt:lpstr>汉仪书宋二KW</vt:lpstr>
      <vt:lpstr>微软雅黑</vt:lpstr>
      <vt:lpstr>汉仪旗黑</vt:lpstr>
      <vt:lpstr>宋体</vt:lpstr>
      <vt:lpstr>Arial Unicode MS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void</cp:lastModifiedBy>
  <cp:revision>9</cp:revision>
  <dcterms:created xsi:type="dcterms:W3CDTF">2024-05-14T10:07:33Z</dcterms:created>
  <dcterms:modified xsi:type="dcterms:W3CDTF">2024-05-14T10:07:33Z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2052-6.5.2.8766</vt:lpwstr>
  </property>
  <property fmtid="{D5CDD505-2E9C-101B-9397-08002B2CF9AE}" pid="3" name="ICV">
    <vt:lpwstr>3BB2C756D0CD34B6DA3743669E655468_41</vt:lpwstr>
  </property>
</Properties>
</file>